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Modern Cloud Systems &amp; Event-Driven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Distributed Systems, Asynchronous Messaging, and Resiliency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2: Event-Driven Messaging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/>
            </a:pPr>
            <a:r>
              <a:t>Decoupling Producer and Consumer Services:</a:t>
            </a:r>
          </a:p>
          <a:p>
            <a:pPr lvl="1"/>
            <a:r>
              <a:t>Apache Kafka: Partitioned append-only log providing strict ordering per key and high throughput.</a:t>
            </a:r>
          </a:p>
          <a:p>
            <a:pPr lvl="1"/>
            <a:r>
              <a:t>RabbitMQ: Advanced AMQP routing with exchange exchanges, fanout, and work queues.</a:t>
            </a:r>
          </a:p>
          <a:p>
            <a:pPr lvl="1"/>
            <a:r>
              <a:t>Dead Letter Queues (DLQ): Safely isolate poisoned messages without halting partition consumers.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3: High Availability &amp; Resiliency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- Circuit Breaker: Prevents cascading failures by short-circuiting downstream timeouts.</a:t>
            </a:r>
          </a:p>
          <a:p>
            <a:r>
              <a:t>- Idempotency Keys: Enforce at-least-once delivery semantics without duplicate side-effects.</a:t>
            </a:r>
          </a:p>
          <a:p>
            <a:r>
              <a:t>- Graceful Degradation: Fallback to cached responses or reduced functionality.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